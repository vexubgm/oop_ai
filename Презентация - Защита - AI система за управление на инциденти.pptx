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023360" cy="40233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657600"/>
            <a:ext cx="3108960" cy="310896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НА ПРОЕКТ · ООП НА 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система за управление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 инциденти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приложение, което създава IT инциденти, предсказва приоритета им чрез AI логика и реагира чрез събития.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Емил Николаев Спасов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клас · Програмиране на ИИ · Задание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Идея на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Какъв проблем решава системата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Приемане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 за инцидент: заглавие, описание, категория, засегнати потребители.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6916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346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приоритет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3464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IncidentClassifier предсказва low / medium / high.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983480" y="16916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834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Запис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Инцидентът се записва в SQLite база данни.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463040"/>
            <a:ext cx="1965960" cy="2286000"/>
          </a:xfrm>
          <a:prstGeom prst="roundRect">
            <a:avLst>
              <a:gd name="adj" fmla="val 3256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6916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Реакция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2697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Събития уведомяват логър и екип при критични случаи.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на ООП, комуникация между обекти, Observer pattern, работа с файлове и база данни, функционален анализ на данни и прост AI компонент.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класа, разделени на ясни слоеве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7315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463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 · Technician · IncidentEventArgs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7452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IncidentClassifier — rule-based предсказване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08960"/>
            <a:ext cx="64008" cy="7315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0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Услуги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74520" y="32004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IncidentManager · DatabaseService · FileService · IncidentStats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5120640" cy="731520"/>
          </a:xfrm>
          <a:prstGeom prst="roundRect">
            <a:avLst>
              <a:gd name="adj" fmla="val 8750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977640"/>
            <a:ext cx="6400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69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Събития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7452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EventManager · AppLogger · NotificationService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52160" y="1371600"/>
            <a:ext cx="2834640" cy="2971800"/>
          </a:xfrm>
          <a:prstGeom prst="roundRect">
            <a:avLst>
              <a:gd name="adj" fmla="val 2258"/>
            </a:avLst>
          </a:prstGeom>
          <a:solidFill>
            <a:srgbClr val="16213A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Поток на инцидент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19202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IncidentManager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предсказва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IncidentClassifier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записва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DatabaseService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уведомява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EventManager → слушатели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модел: IncidentClassifier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класификация с точки — прозрачна и обяснима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194560"/>
          </a:xfrm>
          <a:prstGeom prst="roundRect">
            <a:avLst>
              <a:gd name="adj" fmla="val 2917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Фактори за точки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611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Брой засегнати потребители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Рискова категория: security, database, network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Силни думи: outage, breach, data loss, down, malware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 думи: slow, error, failed, timeout, locked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28016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точки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3749040"/>
            <a:ext cx="128016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74520" y="4297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точки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749040"/>
            <a:ext cx="128016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886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91840" y="4297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точки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931920" cy="2743200"/>
          </a:xfrm>
          <a:prstGeom prst="roundRect">
            <a:avLst>
              <a:gd name="adj" fmla="val 2333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916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predict_priority(self, incident):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self._validate_incident(incident)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self._calculate_score(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incident)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6: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"high"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3: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"medium"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"low"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Събития: Observer pattern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EventManager свързва компонентите, без да ги обвързва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206240" cy="2331720"/>
          </a:xfrm>
          <a:prstGeom prst="roundRect">
            <a:avLst>
              <a:gd name="adj" fmla="val 2745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subscribe(self, event_name,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callback):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self._listeners[event_name]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.append(callback)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notify(self, event_name, args):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cb in self._listeners[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event_name]: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cb(args)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Слушателите се регистрират с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при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всички callback функции се извикват.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8" name="Text 6"/>
          <p:cNvSpPr/>
          <p:nvPr/>
        </p:nvSpPr>
        <p:spPr>
          <a:xfrm>
            <a:off x="5166360" y="1490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on_incident_created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6636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 инцидент е създаден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37760" y="2514600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11" name="Text 9"/>
          <p:cNvSpPr/>
          <p:nvPr/>
        </p:nvSpPr>
        <p:spPr>
          <a:xfrm>
            <a:off x="5166360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on_priority_changed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16636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или човек променя приоритета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37760" y="3657600"/>
            <a:ext cx="374904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3776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on_critical_detected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16636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Критичен инцидент → логър, критичен логър, NotificationService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Данни и съхранение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формата, три отговорности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примерни инцидента в data/sample_incidents.csv — входни данни за анализ.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66160" y="20574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Таблици incidents, technicians, history. Създава се автоматично.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97480" cy="1737360"/>
          </a:xfrm>
          <a:prstGeom prst="roundRect">
            <a:avLst>
              <a:gd name="adj" fmla="val 3684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46520" y="20574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/ import чрез FileService — обмен на данни.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1325880"/>
          </a:xfrm>
          <a:prstGeom prst="roundRect">
            <a:avLst>
              <a:gd name="adj" fmla="val 4828"/>
            </a:avLst>
          </a:prstGeom>
          <a:solidFill>
            <a:srgbClr val="162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 в стил LINQ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1363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· map · reduce · sorted · Counter · groupby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 приоритет и категория, средно време за решаване, топ 5 най-сериозни инцидента.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 на грешки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Йерархия от custom exceptions с общ базов клас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846320" cy="3291840"/>
          </a:xfrm>
          <a:prstGeom prst="roundRect">
            <a:avLst>
              <a:gd name="adj" fmla="val 1944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IncidentSystemError(Exception):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"""Базово изключение."""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InvalidIncidentDataError(...):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ClassificationError(...):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DatabaseOperationError(...):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FileFormatError(...):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пример от класификатора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ClassificationError(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f"Cannot classify: {error}")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37160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7" name="Text 5"/>
          <p:cNvSpPr/>
          <p:nvPr/>
        </p:nvSpPr>
        <p:spPr>
          <a:xfrm>
            <a:off x="5806440" y="14813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Валидация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806440" y="1810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Празни полета и отрицателни стойности се отхвърлят още при класификация.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251460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10" name="Text 8"/>
          <p:cNvSpPr/>
          <p:nvPr/>
        </p:nvSpPr>
        <p:spPr>
          <a:xfrm>
            <a:off x="5806440" y="26243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Изолация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06440" y="2953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Грешка в база, файл или AI не срива цялото приложение.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365760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16213A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37673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Тестове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806440" y="40965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тестове проверяват и сценариите с грешки.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Демонстрация на живо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видите след малко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737360"/>
          </a:xfrm>
          <a:prstGeom prst="roundRect">
            <a:avLst>
              <a:gd name="adj" fmla="val 3684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автоматична демонстрация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интерактивно меню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src.main --menu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4023360" cy="1143000"/>
          </a:xfrm>
          <a:prstGeom prst="roundRect">
            <a:avLst>
              <a:gd name="adj" fmla="val 5600"/>
            </a:avLst>
          </a:prstGeom>
          <a:solidFill>
            <a:srgbClr val="0B112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 тестове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unittest discover -s tests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Създаване на критичен инцидент → AI връща high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Реакция на 3 слушателя при критично събитие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в SQLite и зареждане на 30 инцидента от CSV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 приоритет/категория и топ 5 инцидента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Ограничения и бъдещи подобрения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Ограничения днес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логиката е rule-based, не се самообучава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Данните са примерни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Уведомленията са симулирани (без реален имейл/SMS)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 конзолен интерфейс, без GUI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Следващи стъпки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92024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модел, обучен върху реални данни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Уеб или графичен интерфейс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Реални уведомления и повече роли/права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По-подробни отчети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41080" y="4773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206240" cy="42062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91840"/>
            <a:ext cx="3291840" cy="329184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Обобщение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класа в ясна ООП структура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69748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събития с Observer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формата данни: CSV, SQLite, 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22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12280" y="2560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+ unit тестове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Благодаря за вниманието! Въпроси?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Емил Николаев Спасов · 11 клас · Програмиране на ИИ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система за управление на инциденти</dc:title>
  <dc:subject>PptxGenJS Presentation</dc:subject>
  <dc:creator>Емил Спасов</dc:creator>
  <cp:lastModifiedBy>Емил Спасов</cp:lastModifiedBy>
  <cp:revision>1</cp:revision>
  <dcterms:created xsi:type="dcterms:W3CDTF">2026-06-12T06:30:24Z</dcterms:created>
  <dcterms:modified xsi:type="dcterms:W3CDTF">2026-06-12T06:30:24Z</dcterms:modified>
</cp:coreProperties>
</file>